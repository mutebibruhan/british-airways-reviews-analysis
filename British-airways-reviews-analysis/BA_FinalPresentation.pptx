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98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British Airways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C8E6C9"/>
                </a:solidFill>
              </a:defRPr>
            </a:pPr>
            <a:r>
              <a:t>Customer Experience Analysis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ED5BC"/>
                </a:solidFill>
              </a:defRPr>
            </a:pPr>
            <a:r>
              <a:rPr dirty="0"/>
              <a:t>Analyst: </a:t>
            </a:r>
            <a:r>
              <a:rPr dirty="0" err="1"/>
              <a:t>Buruhani</a:t>
            </a:r>
            <a:r>
              <a:rPr dirty="0"/>
              <a:t> Mutebi | Project Code: BA-CX-2024-05 | May 202</a:t>
            </a:r>
            <a:r>
              <a:rPr lang="en-US" dirty="0"/>
              <a:t>6</a:t>
            </a:r>
          </a:p>
          <a:p>
            <a:pPr>
              <a:defRPr sz="1100">
                <a:solidFill>
                  <a:srgbClr val="AED5BC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📊 1,324 verified customer reviews analyzed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📅 Data spanning 2017-2023 (6+ years)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✈️ 150+ aircraft models reviewed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🌍 Reviews from 56 countries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⭐ Overall average rating: 4.19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🎯 Key findings on service quality, geographic trends, and aircraft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British Airways Customer Experience Analysis | Analyst: Buruhani Mutebi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Service Performance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3774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4.19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37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rPr lang="en-US" dirty="0"/>
              <a:t>Overall rating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25603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463040"/>
            <a:ext cx="23774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3.03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94560"/>
            <a:ext cx="237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rPr lang="en-US" dirty="0"/>
              <a:t>Ground service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5943600" y="1188720"/>
            <a:ext cx="25603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463040"/>
            <a:ext cx="23774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2.38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94560"/>
            <a:ext cx="237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rPr lang="en-US" dirty="0"/>
              <a:t>Food and Beverage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57200" y="3291839"/>
            <a:ext cx="25603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566159"/>
            <a:ext cx="23774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1.44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79"/>
            <a:ext cx="237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rPr lang="en-US" dirty="0"/>
              <a:t>Entertainment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3200400" y="3291839"/>
            <a:ext cx="25603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3566159"/>
            <a:ext cx="23774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3.28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1" y="4343399"/>
            <a:ext cx="237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rPr lang="en-US" dirty="0"/>
              <a:t>Cabin staff 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291839"/>
            <a:ext cx="25603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3566159"/>
            <a:ext cx="23774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2.87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297679"/>
            <a:ext cx="2377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rPr lang="en-US" dirty="0"/>
              <a:t>Seat comfort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British Airways Customer Experience Analysis | Analyst: Buruhani Mutebi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Finding 1: Service Performance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Q1: What is British Airways' current average performance across service dimensions?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KEY FINDING: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Cabin Staff Service performs highest at 3.28/5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Ground Service also strong at 3.03/5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Entertainment is lowest at 1.44/5 (priority improvement area)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Food &amp; Beverages and Seat Comfort lag at 2.38 and 2.87/5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IMPLICATION: Crew training is effective; focus needed on amenities.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British Airways Customer Experience Analysis | Analyst: Buruhani Mutebi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Finding 2: Temporal Service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Q2: How has cabin staff service quality evolved over time?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KEY INSIGHT FROM DASHBOARD: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The 'Average Cabin Staff by Month' line chart (2017-2023) shows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  volatility ranging from ~1.5 to 6.0 in metric selected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Seasonal patterns visible with peaks in certain months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Recent trend (2023) shows stabilization at moderate levels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RECOMMENDATION: Investigate peak months for best practices; identify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  seasonal staffing challenges and implement targeted interventions.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British Airways Customer Experience Analysis | Analyst: Buruhani Mutebi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Finding 3: Geographic Performance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Q3: Which countries give highest/lowest ratings?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KEY FINDING FROM DASHBOARD MAP: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Geographic heat map shows varying satisfaction by country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United Kingdom accounts for 64% of reviews (849 out of 1,324)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Top contributors: US (128), Australia (39), Canada (34), Germany (30)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Map visualization reveals regional patterns across Europe, Asia, Oceania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ACTION: Use geographic insights for targeted regional service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  and market-specific communication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British Airways Customer Experience Analysis | Analyst: Buruhani Mutebi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Finding 4: Aircraft Type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Q4: Which aircraft models receive highest ratings?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KEY FINDING FROM DASHBOARD CHART: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• Boeing 747-400 leads with 455 reviews and strong ratings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• A320 most reviewed at 263 instances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• Boeing 777 shows 177 review count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• A380 and A319 complete top performers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rPr dirty="0"/>
              <a:t>INSIGHT: High review volume doesn't always correlate with high ratings.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British Airways Customer Experience Analysis | Analyst: Buruhani Mutebi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Finding 5: Service Dimension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Q5: Which service dimensions have lowest ratings (priority improvements)?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RATING HIERARCHY (Lowest to Highest):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1. Entertainment: 1.44/5 ⚠️ CRITICAL - Major focus area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2. Food &amp; Beverages: 2.38/5 ⚠️ PRIORITY - Below acceptable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3. Seat Comfort: 2.87/5 ⚠️ IMPORTANT - Room for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4. Ground Service: 3.03/5 ✓ Acceptable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5. Cabin Staff Service: 3.28/5 ✓ Strongest metric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RECOMMENDATION: Launch entertainment modernization initiative;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  review catering partnerships and cabin layout ergonomics.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British Airways Customer Experience Analysis | Analyst: Buruhani Mutebi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Finding 6: Segment Performance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Q6: How do ratings vary by traveller type and seat class?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TRAVELLER TYPES: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Business travelers: Higher expectations for comfort &amp; efficiency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Leisure travelers: More price-sensitive, entertainment expectations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Families: Need for kids' entertainment, seat comfort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SEAT CLASS DIFFERENCES: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First Class: Premium service expectations → cabin staff critical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Business Class: Balanced focus on all dimensions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Economy Class: Value-for-money most important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IMPLICATION: Tailor improvements by customer segment.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British Airways Customer Experience Analysis | Analyst: Buruhani Mutebi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🎯 PRIORITY 1: Entertainment System Overhaul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  → Upgrade in-flight entertainment; invest in modern systems &amp;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🎯 PRIORITY 2: Food &amp; Beverage Quality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  → Audit catering standards; refresh menus; improve meal variety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🎯 PRIORITY 3: Seat Comfort &amp; Cabin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  → Evaluate seating ergonomics; test passenger comfort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🎯 PRIORITY 4: Maintain Cabin Staff Excellence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  → Continue crew training; leverage high satisfaction as brand strength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🎯 PRIORITY 5: Geographic &amp; Segment Strategies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  → Tailor service improvements by market; focus on volume regions (UK)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British Airways Customer Experience Analysis | Analyst: Buruhani Mutebi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✅ Analysis Complete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This comprehensive review of 1,324 customer feedback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provides a clear roadmap for service improvement.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The interactive dashboard enables ongoing monitoring of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service metrics across aircraft, routes, and customer segments.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Next Steps: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Executive review and prioritization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Detailed action planning by department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Implementation tracking and quarterly reviews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British Airways Customer Experience Analysis | Analyst: Buruhani Mutebi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856</Words>
  <Application>Microsoft Office PowerPoint</Application>
  <PresentationFormat>On-screen Show (4:3)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Aarham .</dc:creator>
  <cp:keywords/>
  <dc:description>generated using python-pptx</dc:description>
  <cp:lastModifiedBy>Aarham .</cp:lastModifiedBy>
  <cp:revision>2</cp:revision>
  <dcterms:created xsi:type="dcterms:W3CDTF">2013-01-27T09:14:16Z</dcterms:created>
  <dcterms:modified xsi:type="dcterms:W3CDTF">2026-05-19T23:34:37Z</dcterms:modified>
  <cp:category/>
</cp:coreProperties>
</file>